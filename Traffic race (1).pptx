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8" r:id="rId3"/>
    <p:sldId id="259" r:id="rId4"/>
    <p:sldId id="264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7C2BEF-26AE-4AD0-8B7A-9E0A9ED503B1}" v="1425" dt="2025-02-02T13:14:16.971"/>
    <p1510:client id="{DC77DB1C-6467-433F-9BD6-4798DAFA3A7B}" v="334" dt="2025-02-03T14:37:07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474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21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98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3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03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44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5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9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9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87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0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8756F3-6EDD-F8C5-B163-44AFC6AA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13"/>
          <a:stretch/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5481" y="2919772"/>
            <a:ext cx="6772868" cy="2150420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Traffic race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95480" y="5076496"/>
            <a:ext cx="6772868" cy="8261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Презентация игры созданная на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0A81FF-4DBE-66B9-54F9-0E7550168C7B}"/>
              </a:ext>
            </a:extLst>
          </p:cNvPr>
          <p:cNvSpPr txBox="1"/>
          <p:nvPr/>
        </p:nvSpPr>
        <p:spPr>
          <a:xfrm>
            <a:off x="7105628" y="5551193"/>
            <a:ext cx="64522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>
                <a:solidFill>
                  <a:srgbClr val="FF0000"/>
                </a:solidFill>
              </a:rPr>
              <a:t>Создатель игры: Николаев Кирилл</a:t>
            </a:r>
            <a:endParaRPr lang="ru-RU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A097D-FD1D-5DCF-2160-E66F8A4F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pPr>
              <a:spcBef>
                <a:spcPts val="0"/>
              </a:spcBef>
            </a:pPr>
            <a:r>
              <a:rPr lang="ru-RU" sz="560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9EBFFE-2EA9-5051-A70A-425CFDF6E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solidFill>
                  <a:schemeClr val="tx1">
                    <a:alpha val="80000"/>
                  </a:schemeClr>
                </a:solidFill>
                <a:latin typeface="Aptos"/>
                <a:ea typeface="Batang"/>
                <a:cs typeface="Calibri"/>
              </a:rPr>
              <a:t>Я решил создать игру в которой ты должен уворачиваться от встречных машин, преодолевать большие расстояние, выполнять достижения и убивать свое ненужное время.</a:t>
            </a:r>
            <a:br>
              <a:rPr lang="ru-RU" sz="2000" dirty="0">
                <a:solidFill>
                  <a:schemeClr val="tx1">
                    <a:alpha val="80000"/>
                  </a:schemeClr>
                </a:solidFill>
                <a:latin typeface="Aptos"/>
                <a:ea typeface="Batang"/>
                <a:cs typeface="Calibri"/>
              </a:rPr>
            </a:br>
            <a:r>
              <a:rPr lang="ru-RU" sz="2000" dirty="0">
                <a:solidFill>
                  <a:schemeClr val="tx1">
                    <a:alpha val="80000"/>
                  </a:schemeClr>
                </a:solidFill>
                <a:latin typeface="Aptos"/>
                <a:ea typeface="Batang"/>
                <a:cs typeface="Calibri"/>
              </a:rPr>
              <a:t>Сам дизайн очень простой и каждый чайник разберется что да </a:t>
            </a:r>
            <a:r>
              <a:rPr lang="ru-RU" dirty="0">
                <a:solidFill>
                  <a:schemeClr val="tx1">
                    <a:alpha val="80000"/>
                  </a:schemeClr>
                </a:solidFill>
                <a:latin typeface="Aptos"/>
                <a:ea typeface="Batang"/>
                <a:cs typeface="Calibri"/>
              </a:rPr>
              <a:t>и как</a:t>
            </a:r>
            <a:r>
              <a:rPr lang="ru-RU" sz="2000" dirty="0">
                <a:solidFill>
                  <a:schemeClr val="tx1">
                    <a:alpha val="80000"/>
                  </a:schemeClr>
                </a:solidFill>
                <a:latin typeface="Aptos"/>
                <a:ea typeface="Batang"/>
                <a:cs typeface="Calibri"/>
              </a:rPr>
              <a:t>.</a:t>
            </a:r>
          </a:p>
          <a:p>
            <a:endParaRPr lang="ru-RU" sz="2000">
              <a:solidFill>
                <a:srgbClr val="000000">
                  <a:alpha val="80000"/>
                </a:srgbClr>
              </a:solidFill>
              <a:latin typeface="Aptos"/>
              <a:ea typeface="Batang"/>
              <a:cs typeface="Calibri"/>
            </a:endParaRPr>
          </a:p>
        </p:txBody>
      </p:sp>
      <p:pic>
        <p:nvPicPr>
          <p:cNvPr id="6" name="Рисунок 5" descr="Изображение выглядит как текст, снимок экрана, Шрифт, дизайн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F88A41EF-E195-C653-0687-209666B42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448" y="1015065"/>
            <a:ext cx="3035464" cy="483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8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B34BF-8DAF-4BC8-991E-4FBBF5054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tx2"/>
                </a:solidFill>
              </a:rPr>
              <a:t>Игра</a:t>
            </a:r>
          </a:p>
        </p:txBody>
      </p:sp>
      <p:pic>
        <p:nvPicPr>
          <p:cNvPr id="10" name="Graphic 9" descr="Game controller">
            <a:extLst>
              <a:ext uri="{FF2B5EF4-FFF2-40B4-BE49-F238E27FC236}">
                <a16:creationId xmlns:a16="http://schemas.microsoft.com/office/drawing/2014/main" id="{885969CF-E509-51F4-C13A-940360F81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175620D8-255D-03DB-9D68-375C6BFF5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1800">
                <a:solidFill>
                  <a:schemeClr val="tx2"/>
                </a:solidFill>
              </a:rPr>
              <a:t>Сама игра очень простая и ничего нету в ней сложного, просто нужно уворачиваться от встречных автомобилей и не дать своему авто разбиться, но если это случится выйдет окно после которого вы можете либо продолжить играть, либо выйти обратно в меню и посмотреть рекорды, статистику ну и конечно же достижения после выполнения который откроется секретная кнопка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91E5A5-53F8-D82C-99A3-376D0293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Дата 3">
            <a:extLst>
              <a:ext uri="{FF2B5EF4-FFF2-40B4-BE49-F238E27FC236}">
                <a16:creationId xmlns:a16="http://schemas.microsoft.com/office/drawing/2014/main" id="{EBB8E03E-C9C7-57E8-B3EF-5A79CD14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35AACB-4E40-42EA-80B9-8CB517A18F7D}" type="datetime1">
              <a:pPr>
                <a:spcAft>
                  <a:spcPts val="600"/>
                </a:spcAft>
              </a:pPr>
              <a:t>03.02.2025</a:t>
            </a:fld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671EE5-82EF-426B-569F-965D67C0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1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5190D-3B2F-6697-820D-14FB8ECA9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и звуки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160AF4-6850-3490-6098-FC2925C34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78810"/>
            <a:ext cx="10653579" cy="113269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Как и в любой игре есть модельки машин и звуки с которыми ощущается более комфортнее играть, но советую играть в мою игру под музыку которая вам нравиться так как именно так вы будете полностью погружены в процесс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4B63DB-E4F2-4F36-F73F-A0EB0EF8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9FF02-5275-4A41-8A22-E09A7FEAED2B}" type="datetime1">
              <a:t>03.02.2025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EA8BD0-6434-A202-1AB3-8FA7717FB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3B5DD5-636F-B067-1B01-A52FE3A7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 dirty="0"/>
          </a:p>
        </p:txBody>
      </p:sp>
      <p:pic>
        <p:nvPicPr>
          <p:cNvPr id="7" name="Рисунок 6" descr="Изображение выглядит как машина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98BDD717-5372-21FD-681A-332764FE7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92" y="3450573"/>
            <a:ext cx="2228966" cy="10034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096F00-54C1-B39C-6745-F57D3DDB9743}"/>
              </a:ext>
            </a:extLst>
          </p:cNvPr>
          <p:cNvSpPr txBox="1"/>
          <p:nvPr/>
        </p:nvSpPr>
        <p:spPr>
          <a:xfrm>
            <a:off x="738685" y="4454944"/>
            <a:ext cx="19720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Ваш автомобиль</a:t>
            </a:r>
          </a:p>
        </p:txBody>
      </p:sp>
      <p:pic>
        <p:nvPicPr>
          <p:cNvPr id="9" name="Рисунок 8" descr="Изображение выглядит как машина, дизайн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D9E3D7BC-531D-611D-E8DB-B1AD44DBF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337" y="3453256"/>
            <a:ext cx="2065666" cy="99809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A6DDC6-0831-5B58-78B7-FEF11F4C4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301" y="3452294"/>
            <a:ext cx="2250312" cy="100001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A5CCA72-4A44-C768-46E0-31639A695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542" y="3456494"/>
            <a:ext cx="2276821" cy="9916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2962B9-5AD4-BAB0-B428-CDA8FE163481}"/>
              </a:ext>
            </a:extLst>
          </p:cNvPr>
          <p:cNvSpPr txBox="1"/>
          <p:nvPr/>
        </p:nvSpPr>
        <p:spPr>
          <a:xfrm>
            <a:off x="6096846" y="4451321"/>
            <a:ext cx="36796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Машины ботов(пока что их 3)</a:t>
            </a:r>
          </a:p>
        </p:txBody>
      </p:sp>
    </p:spTree>
    <p:extLst>
      <p:ext uri="{BB962C8B-B14F-4D97-AF65-F5344CB8AC3E}">
        <p14:creationId xmlns:p14="http://schemas.microsoft.com/office/powerpoint/2010/main" val="414785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17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09D0B8-FB90-9A1C-D2ED-9253E6EC8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91"/>
            <a:ext cx="10515600" cy="22171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Скриншоты приложения</a:t>
            </a:r>
          </a:p>
        </p:txBody>
      </p:sp>
      <p:pic>
        <p:nvPicPr>
          <p:cNvPr id="13" name="Рисунок 12" descr="Изображение выглядит как снимок экрана, текст, дизайн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CE38599A-214D-DC1D-9608-2A06796FCD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1" r="-1" b="8894"/>
          <a:stretch/>
        </p:blipFill>
        <p:spPr>
          <a:xfrm>
            <a:off x="184558" y="2962911"/>
            <a:ext cx="2255462" cy="3155238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дизайн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1C27C062-194E-E6A5-CC28-02C0694900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17" r="-1" b="-1"/>
          <a:stretch/>
        </p:blipFill>
        <p:spPr>
          <a:xfrm>
            <a:off x="2575696" y="2962911"/>
            <a:ext cx="2255462" cy="315523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, дизайн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810C143A-131F-F4BF-FA3C-6BD19CB69C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67" r="2" b="2"/>
          <a:stretch/>
        </p:blipFill>
        <p:spPr>
          <a:xfrm>
            <a:off x="4966833" y="2962911"/>
            <a:ext cx="2255462" cy="315523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3B59489-E901-3EEB-F331-1696EA0395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266" r="4" b="4"/>
          <a:stretch/>
        </p:blipFill>
        <p:spPr>
          <a:xfrm>
            <a:off x="7357971" y="2962911"/>
            <a:ext cx="2255462" cy="3155238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дизайн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BD88DD46-E146-44B0-EE45-2CC812AC875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136" r="2" b="2433"/>
          <a:stretch/>
        </p:blipFill>
        <p:spPr>
          <a:xfrm>
            <a:off x="9749109" y="2962911"/>
            <a:ext cx="2255462" cy="3155238"/>
          </a:xfrm>
          <a:prstGeom prst="rect">
            <a:avLst/>
          </a:prstGeo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334C0CAF-96BE-F996-220D-7683AA9A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FF3A730-FC5F-41EB-B3A1-CE68ED63D530}" type="datetime1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2/3/2025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D16F9E-D56A-A7DA-D317-8E7A521B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18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1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D9BCB-3590-0288-C264-CB21ADA4A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 anchor="t">
            <a:normAutofit/>
          </a:bodyPr>
          <a:lstStyle/>
          <a:p>
            <a:r>
              <a:rPr lang="ru-RU" sz="480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5F05EE-A7C6-493F-FEF1-074E46B8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-331735" y="1294644"/>
            <a:ext cx="1627275" cy="3135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2A1366-99EE-4385-863F-D9C0798571FE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2/3/2025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420AC2-03A1-AAD6-64E3-D12D8FC2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867" y="3246439"/>
            <a:ext cx="672957" cy="343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>
              <a:spcAft>
                <a:spcPts val="600"/>
              </a:spcAft>
            </a:pPr>
            <a:fld id="{CC057153-B650-4DEB-B370-79DDCFDCE934}" type="slidenum">
              <a:rPr lang="en-US" sz="1400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6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8152EF-947B-DF9C-C683-21A90233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349845" y="5226028"/>
            <a:ext cx="1663495" cy="3135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>
                <a:solidFill>
                  <a:schemeClr val="bg1"/>
                </a:solidFill>
              </a:rPr>
              <a:t>
             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C759C6-ABFC-0317-4A3B-31607F953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6" y="2581065"/>
            <a:ext cx="4284416" cy="36334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900" dirty="0">
                <a:solidFill>
                  <a:schemeClr val="bg1"/>
                </a:solidFill>
              </a:rPr>
              <a:t>Конечно же в каждой игре есть баги и недоработки, но они всегда будут дорабатываться и исправляться. Не знаю как вам, но когда я тестировал игру мне было интересно достичь новых рекордов и выполнить все эти достижения. Сам же я прошел игру и вам советую сделать это, а на этом у меня все. Игра очень проста и не требует многих объяснений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текст, снимок экрана, Шрифт, дизайн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580E40C5-8A91-DB34-F316-E7378005E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669" y="637762"/>
            <a:ext cx="3485480" cy="55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91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5AA74-1614-9C86-C225-3C2E74BD2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Всем спасибо за внимание и удачи в своих проектах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D6041-961E-BE16-48F1-065BC387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99632"/>
            <a:ext cx="219640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4A1A9141-D0F2-4B10-B3D4-DA9BC4AE503F}" type="datetime1">
              <a:rPr lang="en-US" sz="1100">
                <a:solidFill>
                  <a:schemeClr val="tx1">
                    <a:tint val="75000"/>
                  </a:schemeClr>
                </a:solidFill>
              </a:rPr>
              <a:pPr defTabSz="457200">
                <a:spcAft>
                  <a:spcPts val="600"/>
                </a:spcAft>
              </a:pPr>
              <a:t>2/3/2025</a:t>
            </a:fld>
            <a:endParaRPr lang="en-US" sz="11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4F439-1F04-0507-C4EF-74447D04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2062" y="6199632"/>
            <a:ext cx="44078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bg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52608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VanillaVTI</vt:lpstr>
      <vt:lpstr>Traffic race</vt:lpstr>
      <vt:lpstr>Введение</vt:lpstr>
      <vt:lpstr>Игра</vt:lpstr>
      <vt:lpstr>Модели и звуки</vt:lpstr>
      <vt:lpstr>Скриншоты приложения</vt:lpstr>
      <vt:lpstr>Заключение</vt:lpstr>
      <vt:lpstr>Всем спасибо за внимание и удачи в своих проектах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195</cp:revision>
  <dcterms:created xsi:type="dcterms:W3CDTF">2025-02-02T12:44:53Z</dcterms:created>
  <dcterms:modified xsi:type="dcterms:W3CDTF">2025-02-03T15:05:45Z</dcterms:modified>
</cp:coreProperties>
</file>